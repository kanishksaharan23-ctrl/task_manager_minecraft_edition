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667512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4400" b="1">
                <a:solidFill>
                  <a:srgbClr val="F5F7FA"/>
                </a:solidFill>
                <a:latin typeface="Aptos Display"/>
              </a:defRPr>
            </a:pPr>
            <a:r>
              <a:t>TASK</a:t>
            </a:r>
            <a:br/>
            <a:r>
              <a:t>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37560"/>
            <a:ext cx="7589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300" b="1">
                <a:solidFill>
                  <a:srgbClr val="53D673"/>
                </a:solidFill>
                <a:latin typeface="Aptos Display"/>
              </a:defRPr>
            </a:pPr>
            <a:r>
              <a:t>A campus micro-task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023360"/>
            <a:ext cx="69494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0">
                <a:solidFill>
                  <a:srgbClr val="B2BCCB"/>
                </a:solidFill>
                <a:latin typeface="Aptos"/>
              </a:defRPr>
            </a:pPr>
            <a:r>
              <a:t>Post tasks • Earn rewards • Help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FFCD56"/>
                </a:solidFill>
                <a:latin typeface="Aptos Display"/>
              </a:defRPr>
            </a:pPr>
            <a:r>
              <a:t>MVP PITCH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914400"/>
            <a:ext cx="502920" cy="502920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914400"/>
            <a:ext cx="502920" cy="502920"/>
          </a:xfrm>
          <a:prstGeom prst="rect">
            <a:avLst/>
          </a:prstGeom>
          <a:solidFill>
            <a:srgbClr val="FFC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914400"/>
            <a:ext cx="502920" cy="502920"/>
          </a:xfrm>
          <a:prstGeom prst="rect">
            <a:avLst/>
          </a:prstGeom>
          <a:solidFill>
            <a:srgbClr val="5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0" y="1554480"/>
            <a:ext cx="502920" cy="502920"/>
          </a:xfrm>
          <a:prstGeom prst="rect">
            <a:avLst/>
          </a:prstGeom>
          <a:solidFill>
            <a:srgbClr val="5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0" y="1554480"/>
            <a:ext cx="502920" cy="502920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2194560"/>
            <a:ext cx="502920" cy="502920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THE PROBLEM →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5212080" cy="320040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64792"/>
            <a:ext cx="64008" cy="2871216"/>
          </a:xfrm>
          <a:prstGeom prst="rect">
            <a:avLst/>
          </a:prstGeom>
          <a:solidFill>
            <a:srgbClr val="FFC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01368"/>
            <a:ext cx="4800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4800600" cy="23225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Students need help with small campus tasks, but finding someone to do them can be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12080" cy="320040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64792"/>
            <a:ext cx="64008" cy="2871216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01368"/>
            <a:ext cx="4800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Aptos Display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50008"/>
            <a:ext cx="4800600" cy="23225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A platform where students post tasks with rewards and other students claim and complete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058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53D673"/>
                </a:solidFill>
                <a:latin typeface="Aptos Display"/>
              </a:defRPr>
            </a:pPr>
            <a:r>
              <a:t>Simple tasks. Clear rewards. Student-to-student help.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HOW WE BUILT THE WEBSITE FROM SCRATCH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362456"/>
            <a:ext cx="438912" cy="438912"/>
          </a:xfrm>
          <a:prstGeom prst="ellipse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7"/>
            <a:ext cx="43891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10141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25880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 Display"/>
              </a:defRPr>
            </a:pPr>
            <a:r>
              <a:t>1.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325880"/>
            <a:ext cx="74066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Defined the problem and the main student task flow.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95144"/>
            <a:ext cx="438912" cy="438912"/>
          </a:xfrm>
          <a:prstGeom prst="ellipse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68296"/>
            <a:ext cx="43891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10141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 Display"/>
              </a:defRPr>
            </a:pPr>
            <a:r>
              <a:t>2. BUILD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58568"/>
            <a:ext cx="74066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Used HTML to create the page, task cards and forms.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27832"/>
            <a:ext cx="438912" cy="438912"/>
          </a:xfrm>
          <a:prstGeom prst="ellipse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00984"/>
            <a:ext cx="43891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10141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91256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 Display"/>
              </a:defRPr>
            </a:pPr>
            <a:r>
              <a:t>3. STYLE THE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191256"/>
            <a:ext cx="74066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Used CSS for the Minecraft-inspired pixel look, colours and layout.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60520"/>
            <a:ext cx="438912" cy="438912"/>
          </a:xfrm>
          <a:prstGeom prst="ellipse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43891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10141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23944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 Display"/>
              </a:defRPr>
            </a:pPr>
            <a:r>
              <a:t>4. ADD FUNCTIONALITY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123944"/>
            <a:ext cx="74066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Used JavaScript for posting, filtering, claiming and status updates.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93208"/>
            <a:ext cx="438912" cy="438912"/>
          </a:xfrm>
          <a:prstGeom prst="ellipse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43891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1">
                <a:solidFill>
                  <a:srgbClr val="10141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05663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 Display"/>
              </a:defRPr>
            </a:pPr>
            <a:r>
              <a:t>5. TEST IN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056632"/>
            <a:ext cx="740664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Ran it as a standalone HTML file and checked the main user 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37360"/>
            <a:ext cx="2514600" cy="283464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993392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53D673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651760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 Display"/>
              </a:defRPr>
            </a:pPr>
            <a: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273552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Describe the task</a:t>
            </a:r>
            <a:br/>
            <a:r>
              <a:t>and set a reward.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6391" y="2788920"/>
            <a:ext cx="34747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FFCD5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737360"/>
            <a:ext cx="2514600" cy="283464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93392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53D673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 Display"/>
              </a:defRPr>
            </a:pPr>
            <a:r>
              <a:t>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73552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Explore available</a:t>
            </a:r>
            <a:br/>
            <a:r>
              <a:t>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183" y="2788920"/>
            <a:ext cx="34747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FFCD5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737360"/>
            <a:ext cx="2514600" cy="283464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93392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53D673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651760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 Display"/>
              </a:defRPr>
            </a:pPr>
            <a:r>
              <a:t>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273552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Accept an open</a:t>
            </a:r>
            <a:br/>
            <a:r>
              <a:t>task.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2788920"/>
            <a:ext cx="34747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FFCD5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7736" y="1737360"/>
            <a:ext cx="2514600" cy="283464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1993392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53D673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2651760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 Display"/>
              </a:defRPr>
            </a:pPr>
            <a: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3273552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Finish the task</a:t>
            </a:r>
            <a:br/>
            <a:r>
              <a:t>and update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0">
                <a:solidFill>
                  <a:srgbClr val="B2BCCB"/>
                </a:solidFill>
                <a:latin typeface="Aptos"/>
              </a:defRPr>
            </a:pPr>
            <a:r>
              <a:t>Example: collecting a parcel or submitting an assignment.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MVP FEATURES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38328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19072"/>
            <a:ext cx="64008" cy="3054096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4800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Aptos Display"/>
              </a:defRPr>
            </a:pPr>
            <a:r>
              <a:t>In the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04288"/>
            <a:ext cx="4800600" cy="2505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• Post tasks and set rewards</a:t>
            </a:r>
            <a:br/>
            <a:r>
              <a:t>• Browse, claim and track tasks</a:t>
            </a:r>
            <a:br/>
            <a:r>
              <a:t>• Task filters and dashboard counters</a:t>
            </a:r>
            <a:br/>
            <a:r>
              <a:t>• Minecraft-inspired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12080" cy="3383280"/>
          </a:xfrm>
          <a:prstGeom prst="round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19072"/>
            <a:ext cx="64008" cy="3054096"/>
          </a:xfrm>
          <a:prstGeom prst="rect">
            <a:avLst/>
          </a:prstGeom>
          <a:solidFill>
            <a:srgbClr val="FFC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800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F5F7FA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04288"/>
            <a:ext cx="4800600" cy="2505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B2BCCB"/>
                </a:solidFill>
                <a:latin typeface="Aptos"/>
              </a:defRPr>
            </a:pPr>
            <a:r>
              <a:t>• Verified student accounts</a:t>
            </a:r>
            <a:br/>
            <a:r>
              <a:t>• Ratings and notifications</a:t>
            </a:r>
            <a:br/>
            <a:r>
              <a:t>• Secure payment handling</a:t>
            </a:r>
            <a:br/>
            <a:r>
              <a:t>• Backend for multi-user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0">
                <a:solidFill>
                  <a:srgbClr val="B2BCCB"/>
                </a:solidFill>
                <a:latin typeface="Aptos"/>
              </a:defRPr>
            </a:pPr>
            <a:r>
              <a:t>Current version is a working prototype; future features need development.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841248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F5F7FA"/>
                </a:solidFill>
                <a:latin typeface="Aptos Display"/>
              </a:defRPr>
            </a:pPr>
            <a:r>
              <a:t>ONE CAMPUS.</a:t>
            </a:r>
            <a:br/>
            <a:r>
              <a:t>MANY SMALL TASKS.</a:t>
            </a:r>
            <a:br/>
            <a:r>
              <a:t>REAL STUDENT VALUE.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160520"/>
            <a:ext cx="4114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53D673"/>
                </a:solidFill>
                <a:latin typeface="Aptos Display"/>
              </a:defRPr>
            </a:pPr>
            <a:r>
              <a:t>Task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89204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FFCD56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1645920"/>
            <a:ext cx="530352" cy="530352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1645920"/>
            <a:ext cx="530352" cy="530352"/>
          </a:xfrm>
          <a:prstGeom prst="rect">
            <a:avLst/>
          </a:prstGeom>
          <a:solidFill>
            <a:srgbClr val="FFC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8480" y="1645920"/>
            <a:ext cx="530352" cy="530352"/>
          </a:xfrm>
          <a:prstGeom prst="rect">
            <a:avLst/>
          </a:prstGeom>
          <a:solidFill>
            <a:srgbClr val="5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0" y="2331720"/>
            <a:ext cx="530352" cy="530352"/>
          </a:xfrm>
          <a:prstGeom prst="rect">
            <a:avLst/>
          </a:prstGeom>
          <a:solidFill>
            <a:srgbClr val="5F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2331720"/>
            <a:ext cx="530352" cy="530352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12680" y="3017520"/>
            <a:ext cx="530352" cy="530352"/>
          </a:xfrm>
          <a:prstGeom prst="rect">
            <a:avLst/>
          </a:prstGeom>
          <a:solidFill>
            <a:srgbClr val="53D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B2BCCB"/>
                </a:solidFill>
                <a:latin typeface="Aptos"/>
              </a:defRPr>
            </a:pPr>
            <a:r>
              <a:t>TASK MANAGER  •  CAMPUS MVP                                    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